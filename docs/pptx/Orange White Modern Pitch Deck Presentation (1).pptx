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Horizon" charset="1" panose="02000500000000000000"/>
      <p:regular r:id="rId15"/>
    </p:embeddedFont>
    <p:embeddedFont>
      <p:font typeface="Open Sans Italics" charset="1" panose="020B0606030504020204"/>
      <p:regular r:id="rId16"/>
    </p:embeddedFont>
    <p:embeddedFont>
      <p:font typeface="Lato" charset="1" panose="020F05020202040302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8C52FF"/>
        </a:solidFill>
      </p:bgPr>
    </p:bg>
    <p:spTree>
      <p:nvGrpSpPr>
        <p:cNvPr id="1" name=""/>
        <p:cNvGrpSpPr/>
        <p:nvPr/>
      </p:nvGrpSpPr>
      <p:grpSpPr>
        <a:xfrm>
          <a:off x="0" y="0"/>
          <a:ext cx="0" cy="0"/>
          <a:chOff x="0" y="0"/>
          <a:chExt cx="0" cy="0"/>
        </a:xfrm>
      </p:grpSpPr>
      <p:sp>
        <p:nvSpPr>
          <p:cNvPr name="Freeform 2" id="2"/>
          <p:cNvSpPr/>
          <p:nvPr/>
        </p:nvSpPr>
        <p:spPr>
          <a:xfrm flipH="false" flipV="false" rot="0">
            <a:off x="2885309" y="3178890"/>
            <a:ext cx="6075630" cy="3929220"/>
          </a:xfrm>
          <a:custGeom>
            <a:avLst/>
            <a:gdLst/>
            <a:ahLst/>
            <a:cxnLst/>
            <a:rect r="r" b="b" t="t" l="l"/>
            <a:pathLst>
              <a:path h="3929220" w="6075630">
                <a:moveTo>
                  <a:pt x="0" y="0"/>
                </a:moveTo>
                <a:lnTo>
                  <a:pt x="6075631" y="0"/>
                </a:lnTo>
                <a:lnTo>
                  <a:pt x="6075631" y="3929220"/>
                </a:lnTo>
                <a:lnTo>
                  <a:pt x="0" y="3929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942220" y="4171068"/>
            <a:ext cx="5460471" cy="1459404"/>
          </a:xfrm>
          <a:prstGeom prst="rect">
            <a:avLst/>
          </a:prstGeom>
        </p:spPr>
        <p:txBody>
          <a:bodyPr anchor="t" rtlCol="false" tIns="0" lIns="0" bIns="0" rIns="0">
            <a:spAutoFit/>
          </a:bodyPr>
          <a:lstStyle/>
          <a:p>
            <a:pPr algn="just">
              <a:lnSpc>
                <a:spcPts val="7321"/>
              </a:lnSpc>
            </a:pPr>
            <a:r>
              <a:rPr lang="en-US" sz="5229">
                <a:solidFill>
                  <a:srgbClr val="FFFFFF"/>
                </a:solidFill>
                <a:latin typeface="Horizon"/>
                <a:ea typeface="Horizon"/>
                <a:cs typeface="Horizon"/>
                <a:sym typeface="Horizon"/>
              </a:rPr>
              <a:t>Skyward</a:t>
            </a:r>
          </a:p>
          <a:p>
            <a:pPr algn="just">
              <a:lnSpc>
                <a:spcPts val="3984"/>
              </a:lnSpc>
            </a:pPr>
            <a:r>
              <a:rPr lang="en-US" sz="2845">
                <a:solidFill>
                  <a:srgbClr val="FFFFFF"/>
                </a:solidFill>
                <a:latin typeface="Horizon"/>
                <a:ea typeface="Horizon"/>
                <a:cs typeface="Horizon"/>
                <a:sym typeface="Horizon"/>
              </a:rPr>
              <a:t> Your  skyway</a:t>
            </a:r>
          </a:p>
        </p:txBody>
      </p:sp>
      <p:sp>
        <p:nvSpPr>
          <p:cNvPr name="TextBox 4" id="4"/>
          <p:cNvSpPr txBox="true"/>
          <p:nvPr/>
        </p:nvSpPr>
        <p:spPr>
          <a:xfrm rot="0">
            <a:off x="9990193" y="6224370"/>
            <a:ext cx="4646298" cy="341244"/>
          </a:xfrm>
          <a:prstGeom prst="rect">
            <a:avLst/>
          </a:prstGeom>
        </p:spPr>
        <p:txBody>
          <a:bodyPr anchor="t" rtlCol="false" tIns="0" lIns="0" bIns="0" rIns="0">
            <a:spAutoFit/>
          </a:bodyPr>
          <a:lstStyle/>
          <a:p>
            <a:pPr algn="l">
              <a:lnSpc>
                <a:spcPts val="2855"/>
              </a:lnSpc>
            </a:pPr>
            <a:r>
              <a:rPr lang="en-US" sz="2039" i="true">
                <a:solidFill>
                  <a:srgbClr val="FFFFFF"/>
                </a:solidFill>
                <a:latin typeface="Open Sans Italics"/>
                <a:ea typeface="Open Sans Italics"/>
                <a:cs typeface="Open Sans Italics"/>
                <a:sym typeface="Open Sans Italics"/>
              </a:rPr>
              <a:t>Book Flights both national &amp; internation</a:t>
            </a:r>
          </a:p>
        </p:txBody>
      </p:sp>
      <p:sp>
        <p:nvSpPr>
          <p:cNvPr name="AutoShape 5" id="5"/>
          <p:cNvSpPr/>
          <p:nvPr/>
        </p:nvSpPr>
        <p:spPr>
          <a:xfrm>
            <a:off x="9942220" y="5945651"/>
            <a:ext cx="4776908" cy="0"/>
          </a:xfrm>
          <a:prstGeom prst="line">
            <a:avLst/>
          </a:prstGeom>
          <a:ln cap="rnd" w="85725">
            <a:solidFill>
              <a:srgbClr val="FFFFFF"/>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65760"/>
            <a:ext cx="18288000" cy="9555480"/>
          </a:xfrm>
          <a:custGeom>
            <a:avLst/>
            <a:gdLst/>
            <a:ahLst/>
            <a:cxnLst/>
            <a:rect r="r" b="b" t="t" l="l"/>
            <a:pathLst>
              <a:path h="9555480" w="18288000">
                <a:moveTo>
                  <a:pt x="0" y="0"/>
                </a:moveTo>
                <a:lnTo>
                  <a:pt x="18288000" y="0"/>
                </a:lnTo>
                <a:lnTo>
                  <a:pt x="18288000" y="9555480"/>
                </a:lnTo>
                <a:lnTo>
                  <a:pt x="0" y="955548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0" y="262890"/>
            <a:ext cx="18288000" cy="9761220"/>
          </a:xfrm>
          <a:custGeom>
            <a:avLst/>
            <a:gdLst/>
            <a:ahLst/>
            <a:cxnLst/>
            <a:rect r="r" b="b" t="t" l="l"/>
            <a:pathLst>
              <a:path h="9761220" w="18288000">
                <a:moveTo>
                  <a:pt x="0" y="0"/>
                </a:moveTo>
                <a:lnTo>
                  <a:pt x="18288000" y="0"/>
                </a:lnTo>
                <a:lnTo>
                  <a:pt x="18288000" y="9761220"/>
                </a:lnTo>
                <a:lnTo>
                  <a:pt x="0" y="9761220"/>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DDDDD"/>
        </a:solidFill>
      </p:bgPr>
    </p:bg>
    <p:spTree>
      <p:nvGrpSpPr>
        <p:cNvPr id="1" name=""/>
        <p:cNvGrpSpPr/>
        <p:nvPr/>
      </p:nvGrpSpPr>
      <p:grpSpPr>
        <a:xfrm>
          <a:off x="0" y="0"/>
          <a:ext cx="0" cy="0"/>
          <a:chOff x="0" y="0"/>
          <a:chExt cx="0" cy="0"/>
        </a:xfrm>
      </p:grpSpPr>
      <p:sp>
        <p:nvSpPr>
          <p:cNvPr name="Freeform 2" id="2"/>
          <p:cNvSpPr/>
          <p:nvPr/>
        </p:nvSpPr>
        <p:spPr>
          <a:xfrm flipH="false" flipV="false" rot="0">
            <a:off x="0" y="320040"/>
            <a:ext cx="18288000" cy="9646920"/>
          </a:xfrm>
          <a:custGeom>
            <a:avLst/>
            <a:gdLst/>
            <a:ahLst/>
            <a:cxnLst/>
            <a:rect r="r" b="b" t="t" l="l"/>
            <a:pathLst>
              <a:path h="9646920" w="18288000">
                <a:moveTo>
                  <a:pt x="0" y="0"/>
                </a:moveTo>
                <a:lnTo>
                  <a:pt x="18288000" y="0"/>
                </a:lnTo>
                <a:lnTo>
                  <a:pt x="18288000" y="9646920"/>
                </a:lnTo>
                <a:lnTo>
                  <a:pt x="0" y="964692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0" y="525780"/>
            <a:ext cx="18288000" cy="9235440"/>
          </a:xfrm>
          <a:custGeom>
            <a:avLst/>
            <a:gdLst/>
            <a:ahLst/>
            <a:cxnLst/>
            <a:rect r="r" b="b" t="t" l="l"/>
            <a:pathLst>
              <a:path h="9235440" w="18288000">
                <a:moveTo>
                  <a:pt x="0" y="0"/>
                </a:moveTo>
                <a:lnTo>
                  <a:pt x="18288000" y="0"/>
                </a:lnTo>
                <a:lnTo>
                  <a:pt x="18288000" y="9235440"/>
                </a:lnTo>
                <a:lnTo>
                  <a:pt x="0" y="923544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DDDDD"/>
        </a:solidFill>
      </p:bgPr>
    </p:bg>
    <p:spTree>
      <p:nvGrpSpPr>
        <p:cNvPr id="1" name=""/>
        <p:cNvGrpSpPr/>
        <p:nvPr/>
      </p:nvGrpSpPr>
      <p:grpSpPr>
        <a:xfrm>
          <a:off x="0" y="0"/>
          <a:ext cx="0" cy="0"/>
          <a:chOff x="0" y="0"/>
          <a:chExt cx="0" cy="0"/>
        </a:xfrm>
      </p:grpSpPr>
      <p:sp>
        <p:nvSpPr>
          <p:cNvPr name="Freeform 2" id="2"/>
          <p:cNvSpPr/>
          <p:nvPr/>
        </p:nvSpPr>
        <p:spPr>
          <a:xfrm flipH="false" flipV="false" rot="0">
            <a:off x="0" y="480060"/>
            <a:ext cx="18288000" cy="9326880"/>
          </a:xfrm>
          <a:custGeom>
            <a:avLst/>
            <a:gdLst/>
            <a:ahLst/>
            <a:cxnLst/>
            <a:rect r="r" b="b" t="t" l="l"/>
            <a:pathLst>
              <a:path h="9326880" w="18288000">
                <a:moveTo>
                  <a:pt x="0" y="0"/>
                </a:moveTo>
                <a:lnTo>
                  <a:pt x="18288000" y="0"/>
                </a:lnTo>
                <a:lnTo>
                  <a:pt x="18288000" y="9326880"/>
                </a:lnTo>
                <a:lnTo>
                  <a:pt x="0" y="932688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0" y="331470"/>
            <a:ext cx="18288000" cy="9624060"/>
          </a:xfrm>
          <a:custGeom>
            <a:avLst/>
            <a:gdLst/>
            <a:ahLst/>
            <a:cxnLst/>
            <a:rect r="r" b="b" t="t" l="l"/>
            <a:pathLst>
              <a:path h="9624060" w="18288000">
                <a:moveTo>
                  <a:pt x="0" y="0"/>
                </a:moveTo>
                <a:lnTo>
                  <a:pt x="18288000" y="0"/>
                </a:lnTo>
                <a:lnTo>
                  <a:pt x="18288000" y="9624060"/>
                </a:lnTo>
                <a:lnTo>
                  <a:pt x="0" y="962406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0" y="491490"/>
            <a:ext cx="18288000" cy="9304020"/>
          </a:xfrm>
          <a:custGeom>
            <a:avLst/>
            <a:gdLst/>
            <a:ahLst/>
            <a:cxnLst/>
            <a:rect r="r" b="b" t="t" l="l"/>
            <a:pathLst>
              <a:path h="9304020" w="18288000">
                <a:moveTo>
                  <a:pt x="0" y="0"/>
                </a:moveTo>
                <a:lnTo>
                  <a:pt x="18288000" y="0"/>
                </a:lnTo>
                <a:lnTo>
                  <a:pt x="18288000" y="9304020"/>
                </a:lnTo>
                <a:lnTo>
                  <a:pt x="0" y="930402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8C52FF"/>
        </a:solidFill>
      </p:bgPr>
    </p:bg>
    <p:spTree>
      <p:nvGrpSpPr>
        <p:cNvPr id="1" name=""/>
        <p:cNvGrpSpPr/>
        <p:nvPr/>
      </p:nvGrpSpPr>
      <p:grpSpPr>
        <a:xfrm>
          <a:off x="0" y="0"/>
          <a:ext cx="0" cy="0"/>
          <a:chOff x="0" y="0"/>
          <a:chExt cx="0" cy="0"/>
        </a:xfrm>
      </p:grpSpPr>
      <p:sp>
        <p:nvSpPr>
          <p:cNvPr name="Freeform 2" id="2"/>
          <p:cNvSpPr/>
          <p:nvPr/>
        </p:nvSpPr>
        <p:spPr>
          <a:xfrm flipH="false" flipV="false" rot="0">
            <a:off x="4746713" y="1814904"/>
            <a:ext cx="4268671" cy="2760627"/>
          </a:xfrm>
          <a:custGeom>
            <a:avLst/>
            <a:gdLst/>
            <a:ahLst/>
            <a:cxnLst/>
            <a:rect r="r" b="b" t="t" l="l"/>
            <a:pathLst>
              <a:path h="2760627" w="4268671">
                <a:moveTo>
                  <a:pt x="0" y="0"/>
                </a:moveTo>
                <a:lnTo>
                  <a:pt x="4268671" y="0"/>
                </a:lnTo>
                <a:lnTo>
                  <a:pt x="4268671" y="2760627"/>
                </a:lnTo>
                <a:lnTo>
                  <a:pt x="0" y="2760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704820" y="2508631"/>
            <a:ext cx="3836467" cy="1028728"/>
          </a:xfrm>
          <a:prstGeom prst="rect">
            <a:avLst/>
          </a:prstGeom>
        </p:spPr>
        <p:txBody>
          <a:bodyPr anchor="t" rtlCol="false" tIns="0" lIns="0" bIns="0" rIns="0">
            <a:spAutoFit/>
          </a:bodyPr>
          <a:lstStyle/>
          <a:p>
            <a:pPr algn="just">
              <a:lnSpc>
                <a:spcPts val="5143"/>
              </a:lnSpc>
            </a:pPr>
            <a:r>
              <a:rPr lang="en-US" sz="3674">
                <a:solidFill>
                  <a:srgbClr val="FFFFFF"/>
                </a:solidFill>
                <a:latin typeface="Horizon"/>
                <a:ea typeface="Horizon"/>
                <a:cs typeface="Horizon"/>
                <a:sym typeface="Horizon"/>
              </a:rPr>
              <a:t>Skyward</a:t>
            </a:r>
          </a:p>
          <a:p>
            <a:pPr algn="just">
              <a:lnSpc>
                <a:spcPts val="2799"/>
              </a:lnSpc>
            </a:pPr>
            <a:r>
              <a:rPr lang="en-US" sz="1999">
                <a:solidFill>
                  <a:srgbClr val="FFFFFF"/>
                </a:solidFill>
                <a:latin typeface="Horizon"/>
                <a:ea typeface="Horizon"/>
                <a:cs typeface="Horizon"/>
                <a:sym typeface="Horizon"/>
              </a:rPr>
              <a:t> Your  skyway</a:t>
            </a:r>
          </a:p>
        </p:txBody>
      </p:sp>
      <p:sp>
        <p:nvSpPr>
          <p:cNvPr name="TextBox 4" id="4"/>
          <p:cNvSpPr txBox="true"/>
          <p:nvPr/>
        </p:nvSpPr>
        <p:spPr>
          <a:xfrm rot="0">
            <a:off x="9738526" y="3959511"/>
            <a:ext cx="3264438" cy="234869"/>
          </a:xfrm>
          <a:prstGeom prst="rect">
            <a:avLst/>
          </a:prstGeom>
        </p:spPr>
        <p:txBody>
          <a:bodyPr anchor="t" rtlCol="false" tIns="0" lIns="0" bIns="0" rIns="0">
            <a:spAutoFit/>
          </a:bodyPr>
          <a:lstStyle/>
          <a:p>
            <a:pPr algn="l">
              <a:lnSpc>
                <a:spcPts val="2006"/>
              </a:lnSpc>
            </a:pPr>
            <a:r>
              <a:rPr lang="en-US" sz="1433" i="true">
                <a:solidFill>
                  <a:srgbClr val="FFFFFF"/>
                </a:solidFill>
                <a:latin typeface="Open Sans Italics"/>
                <a:ea typeface="Open Sans Italics"/>
                <a:cs typeface="Open Sans Italics"/>
                <a:sym typeface="Open Sans Italics"/>
              </a:rPr>
              <a:t>Book Flights both national &amp; internation</a:t>
            </a:r>
          </a:p>
        </p:txBody>
      </p:sp>
      <p:sp>
        <p:nvSpPr>
          <p:cNvPr name="AutoShape 5" id="5"/>
          <p:cNvSpPr/>
          <p:nvPr/>
        </p:nvSpPr>
        <p:spPr>
          <a:xfrm>
            <a:off x="9704820" y="3758800"/>
            <a:ext cx="3356203" cy="0"/>
          </a:xfrm>
          <a:prstGeom prst="line">
            <a:avLst/>
          </a:prstGeom>
          <a:ln cap="rnd" w="57150">
            <a:solidFill>
              <a:srgbClr val="FFFFFF"/>
            </a:solidFill>
            <a:prstDash val="solid"/>
            <a:headEnd type="none" len="sm" w="sm"/>
            <a:tailEnd type="none" len="sm" w="sm"/>
          </a:ln>
        </p:spPr>
      </p:sp>
      <p:sp>
        <p:nvSpPr>
          <p:cNvPr name="AutoShape 6" id="6"/>
          <p:cNvSpPr/>
          <p:nvPr/>
        </p:nvSpPr>
        <p:spPr>
          <a:xfrm>
            <a:off x="2430080" y="5509094"/>
            <a:ext cx="13427841" cy="0"/>
          </a:xfrm>
          <a:prstGeom prst="line">
            <a:avLst/>
          </a:prstGeom>
          <a:ln cap="flat" w="38100">
            <a:solidFill>
              <a:srgbClr val="FFFFFF"/>
            </a:solidFill>
            <a:prstDash val="solid"/>
            <a:headEnd type="none" len="sm" w="sm"/>
            <a:tailEnd type="none" len="sm" w="sm"/>
          </a:ln>
        </p:spPr>
      </p:sp>
      <p:sp>
        <p:nvSpPr>
          <p:cNvPr name="TextBox 7" id="7"/>
          <p:cNvSpPr txBox="true"/>
          <p:nvPr/>
        </p:nvSpPr>
        <p:spPr>
          <a:xfrm rot="0">
            <a:off x="3317421" y="6172416"/>
            <a:ext cx="11653158" cy="1822877"/>
          </a:xfrm>
          <a:prstGeom prst="rect">
            <a:avLst/>
          </a:prstGeom>
        </p:spPr>
        <p:txBody>
          <a:bodyPr anchor="t" rtlCol="false" tIns="0" lIns="0" bIns="0" rIns="0">
            <a:spAutoFit/>
          </a:bodyPr>
          <a:lstStyle/>
          <a:p>
            <a:pPr algn="ctr">
              <a:lnSpc>
                <a:spcPts val="2946"/>
              </a:lnSpc>
            </a:pPr>
            <a:r>
              <a:rPr lang="en-US" sz="1853">
                <a:solidFill>
                  <a:srgbClr val="FFFFFF"/>
                </a:solidFill>
                <a:latin typeface="Lato"/>
                <a:ea typeface="Lato"/>
                <a:cs typeface="Lato"/>
                <a:sym typeface="Lato"/>
              </a:rPr>
              <a:t>Skyward is a modern airline ticket reservation platform designed to deliver a seamless and intuitive flight booking experience. Users can securely create accounts, search flights by origin and destination, compare options, and select seats in real time. With clear pricing, aircraft details, class selection, and passenger management, Skyward ensures transparency and ease throughout the booking process. Confirmed reservations are securely stored within the user account, making Skyward a reliable and user-centric solution for smart air travel planning.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DAG_oElpRX4</dc:identifier>
  <dcterms:modified xsi:type="dcterms:W3CDTF">2011-08-01T06:04:30Z</dcterms:modified>
  <cp:revision>1</cp:revision>
  <dc:title>Orange White Modern Pitch Deck Presentation</dc:title>
</cp:coreProperties>
</file>